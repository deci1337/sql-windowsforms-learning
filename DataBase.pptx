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7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2C8E61-5196-B035-93D2-9A1EB4719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A53B70-61A9-E4D8-08A3-0282000DD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48FEAE-431C-7445-3E15-F73A4B1E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2A4A-688B-44EF-B9DF-7C78F410E71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04B1B2-C8BC-ED44-98EB-2131ADABE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2F00CE-5ACB-7D2B-D9D7-278C5647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11A-F73F-4675-9965-C7FC251B6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754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F826E-5E13-E469-A5D4-ACE536CE4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AB34E6-B8F7-2DBA-A0F1-3BD3654B0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62A818-6475-00DB-0F78-F4F932828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2A4A-688B-44EF-B9DF-7C78F410E71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46B795-20CA-AA39-4CB4-BE5F16A6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0CAFE2-C35D-83D8-05F4-4EACA3CE6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11A-F73F-4675-9965-C7FC251B6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61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34B52-C4DB-A4FF-24F3-B7F2FCC7D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AFF738-CE9F-4477-34FF-D24FBD1D5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B44176-EF00-C8AD-C883-0E4E7366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2A4A-688B-44EF-B9DF-7C78F410E71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519745-29B7-8B8C-7B7D-EA619B2F0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81B57E-8F55-6864-CAFD-0E2B79F6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11A-F73F-4675-9965-C7FC251B6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220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28266-72D8-723B-20C8-CF376B27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64CC10-513D-A5B6-A61D-5019B835A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F2C8B5-A8F1-17CF-CD92-27786A332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952958-0EDC-B44B-BF50-BD0C4D1F9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2A4A-688B-44EF-B9DF-7C78F410E71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9A9951-604C-81FC-1130-452934B0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8839F6-905D-3240-7EA7-6C4B8A32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11A-F73F-4675-9965-C7FC251B6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003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6D40C-B1FC-2464-47FC-8F4190EC6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C3123E-28C3-D780-0B56-CB39860DC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ADB8D5-5466-FFDD-919E-68D644CBD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3EBC24E-41D7-9A99-42CC-52152CE242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C5F9823-CF8C-56B2-0E6D-749F1F6417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73E5B9E-E5F3-45E5-23CA-69499C51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2A4A-688B-44EF-B9DF-7C78F410E71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C2B332A-D0B9-07C3-02E0-9513CACE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619E5C-0B6C-9EE0-4518-549DD0CF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11A-F73F-4675-9965-C7FC251B6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145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57CFC-9282-2D11-6A08-C7DBED2D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4094ADC-95F6-0F95-BF4F-2D69948B2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2A4A-688B-44EF-B9DF-7C78F410E71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6B3643A-97C3-A724-3BAC-78669AD4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25B280-3D3F-D503-690A-4C64EAA9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11A-F73F-4675-9965-C7FC251B6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135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DC4A6CE-594A-F0CD-D280-A36325F1D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2A4A-688B-44EF-B9DF-7C78F410E71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189467E-F4C4-4F65-F38C-28C4816E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6AE6F2-AADE-D440-DB25-7BC1A55E9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11A-F73F-4675-9965-C7FC251B6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65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7D2E-4109-DD82-F79F-AD4AB43C1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CF466A-2433-D280-E525-2F4116DFF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B897AA-BE85-C7F0-8045-A28C067F5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5D9B55-2C1B-5BFF-DB97-1CD86441F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2A4A-688B-44EF-B9DF-7C78F410E71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290579-DAE6-EE1E-75C4-1CA39B39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874259-412C-3C85-8F4B-A33FF5A1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11A-F73F-4675-9965-C7FC251B6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7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13C2A6-A60C-5E08-52D2-19819A109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6D1853-2117-414B-ED9C-7BC27A43BC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DED75D-BFE4-7142-CE8C-6B2840229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F7EC6B-FD9B-D54B-4A96-99F54282B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2A4A-688B-44EF-B9DF-7C78F410E71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ED244A-DD8D-0796-15C5-D209F527E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D28DDB-1398-3F59-89A3-3EF4F2549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11A-F73F-4675-9965-C7FC251B6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69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BF358-7535-0551-8008-EF341BBDD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056660-E796-64BB-9C4F-610603FC9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CC00CE-684F-8FAB-B6A3-FAAF86B0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2A4A-688B-44EF-B9DF-7C78F410E71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0E31AB-7F41-81BA-B282-124D33C81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FF4361-278A-DEE7-56A5-D69129DEE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11A-F73F-4675-9965-C7FC251B6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225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8405137-FA5A-8C27-CA4A-CC61E3CD9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93203F-75D1-9CAA-0670-2F37739E2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A3615D-DBD7-A39C-81F4-E171045E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2A4A-688B-44EF-B9DF-7C78F410E71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F7ACB3-7899-A3FC-B594-BF16F19C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356F0E-EF0E-BBA2-F5B3-396F0076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11A-F73F-4675-9965-C7FC251B6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67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CC285-9B79-1C6D-B13F-5DD690FB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C70E27-98AB-C347-F17E-BC5767DFC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F44BE1-9F8C-E830-5738-7756D43BF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32A4A-688B-44EF-B9DF-7C78F410E71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F3293C-C1D2-B2AD-9659-62AD39E23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70A845-1B7A-A4C6-2A43-638DDE6C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1011A-F73F-4675-9965-C7FC251B6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31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8181B23-2F09-797A-F6B9-F500DE3F6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36474" y="1041400"/>
            <a:ext cx="15614354" cy="633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5855E-FA25-278B-50AF-9CECE7923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0"/>
            <a:ext cx="11752162" cy="1035050"/>
          </a:xfrm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r>
              <a:rPr lang="ru-RU" b="1" spc="-150" dirty="0">
                <a:solidFill>
                  <a:schemeClr val="accent1">
                    <a:lumMod val="75000"/>
                  </a:schemeClr>
                </a:solidFill>
              </a:rPr>
              <a:t>База Данных </a:t>
            </a:r>
            <a:r>
              <a:rPr lang="en-US" b="1" spc="-150" dirty="0">
                <a:solidFill>
                  <a:schemeClr val="accent1">
                    <a:lumMod val="75000"/>
                  </a:schemeClr>
                </a:solidFill>
              </a:rPr>
              <a:t>SQL C# | Windows Framework </a:t>
            </a:r>
            <a:endParaRPr lang="ru-RU" b="1" spc="-15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72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435DC7-DB94-7744-4EB9-A455EA4A2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42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440B6-D88A-F66E-0F15-0E62EF323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040" y="18255"/>
            <a:ext cx="10515600" cy="1325563"/>
          </a:xfrm>
        </p:spPr>
        <p:txBody>
          <a:bodyPr/>
          <a:lstStyle/>
          <a:p>
            <a:r>
              <a:rPr lang="ru-RU" b="1" dirty="0"/>
              <a:t>Добавление данных (Запросы)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B2E7F5-4019-12E0-1010-F2507560F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22" y="1145894"/>
            <a:ext cx="12064678" cy="1169043"/>
          </a:xfrm>
        </p:spPr>
        <p:txBody>
          <a:bodyPr/>
          <a:lstStyle/>
          <a:p>
            <a:r>
              <a:rPr lang="ru-RU" u="sng" dirty="0"/>
              <a:t>Ключевая фраза для запроса: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INSERT INTO </a:t>
            </a:r>
            <a:r>
              <a:rPr lang="ru-RU" b="1" dirty="0" err="1">
                <a:highlight>
                  <a:srgbClr val="FFFF00"/>
                </a:highlight>
              </a:rPr>
              <a:t>НазваниеТаблицы</a:t>
            </a:r>
            <a:r>
              <a:rPr lang="ru-RU" b="1" dirty="0">
                <a:highlight>
                  <a:srgbClr val="FFFF00"/>
                </a:highlight>
              </a:rPr>
              <a:t> </a:t>
            </a:r>
            <a:r>
              <a:rPr lang="en-US" b="1" dirty="0">
                <a:highlight>
                  <a:srgbClr val="FFFF00"/>
                </a:highlight>
              </a:rPr>
              <a:t>(</a:t>
            </a:r>
            <a:r>
              <a:rPr lang="ru-RU" b="1" dirty="0">
                <a:highlight>
                  <a:srgbClr val="FFFF00"/>
                </a:highlight>
              </a:rPr>
              <a:t>Имя ячеек, ,) </a:t>
            </a:r>
            <a:r>
              <a:rPr lang="en-US" b="1" dirty="0">
                <a:highlight>
                  <a:srgbClr val="FFFF00"/>
                </a:highlight>
              </a:rPr>
              <a:t>VALUES (</a:t>
            </a:r>
            <a:r>
              <a:rPr lang="ru-RU" b="1" dirty="0">
                <a:highlight>
                  <a:srgbClr val="FFFF00"/>
                </a:highlight>
              </a:rPr>
              <a:t>Значения для ячеек, ,)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7B60D4-1690-750D-BAC0-F47B39629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40" y="2244594"/>
            <a:ext cx="8337485" cy="459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66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5B8B0-20B7-F489-1E21-C4025E8E4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16" y="226229"/>
            <a:ext cx="10515600" cy="1325563"/>
          </a:xfrm>
        </p:spPr>
        <p:txBody>
          <a:bodyPr/>
          <a:lstStyle/>
          <a:p>
            <a:r>
              <a:rPr lang="ru-RU" b="1" dirty="0"/>
              <a:t>Можно посмотреть нашу табличку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B9BF76-D930-6307-BC7F-7FD71DA69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16" y="1551792"/>
            <a:ext cx="5553850" cy="54109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E0CD707-7F91-3CB8-8D93-FA2985A7B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384" y="2010459"/>
            <a:ext cx="9040487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8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ADF019-05C2-0A91-2E51-9E98B216D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7" y="93647"/>
            <a:ext cx="9093199" cy="3098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EFEA18-317A-93D0-9C7D-FD3DFE6D8E77}"/>
              </a:ext>
            </a:extLst>
          </p:cNvPr>
          <p:cNvSpPr txBox="1"/>
          <p:nvPr/>
        </p:nvSpPr>
        <p:spPr>
          <a:xfrm>
            <a:off x="3437465" y="152914"/>
            <a:ext cx="448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Задаём </a:t>
            </a:r>
            <a:r>
              <a:rPr lang="ru-RU" b="1" dirty="0" err="1">
                <a:solidFill>
                  <a:schemeClr val="bg1"/>
                </a:solidFill>
              </a:rPr>
              <a:t>бинд</a:t>
            </a:r>
            <a:r>
              <a:rPr lang="ru-RU" b="1" dirty="0">
                <a:solidFill>
                  <a:schemeClr val="bg1"/>
                </a:solidFill>
              </a:rPr>
              <a:t> на нажатие кнопки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F87BE-C919-CECF-7B85-A6893DA297E1}"/>
              </a:ext>
            </a:extLst>
          </p:cNvPr>
          <p:cNvSpPr txBox="1"/>
          <p:nvPr/>
        </p:nvSpPr>
        <p:spPr>
          <a:xfrm>
            <a:off x="4317999" y="804847"/>
            <a:ext cx="5393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3764E"/>
                </a:solidFill>
              </a:rPr>
              <a:t>Вызов команды </a:t>
            </a:r>
            <a:r>
              <a:rPr lang="en-US" b="1" dirty="0">
                <a:solidFill>
                  <a:srgbClr val="C3764E"/>
                </a:solidFill>
              </a:rPr>
              <a:t>INSERT INTO</a:t>
            </a:r>
            <a:r>
              <a:rPr lang="ru-RU" b="1" dirty="0">
                <a:solidFill>
                  <a:srgbClr val="C3764E"/>
                </a:solidFill>
              </a:rPr>
              <a:t>. Занесём кодом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63C813-D67C-3D9B-2326-2D2E9A8A820C}"/>
              </a:ext>
            </a:extLst>
          </p:cNvPr>
          <p:cNvSpPr txBox="1"/>
          <p:nvPr/>
        </p:nvSpPr>
        <p:spPr>
          <a:xfrm>
            <a:off x="253999" y="989513"/>
            <a:ext cx="3581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Вывод того, получилось ли у нас занести данные (1 == </a:t>
            </a:r>
            <a:r>
              <a:rPr lang="en-US" b="1" dirty="0">
                <a:solidFill>
                  <a:schemeClr val="bg1"/>
                </a:solidFill>
              </a:rPr>
              <a:t>True)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1247E5E-3F5C-BCEE-11DE-060E6B42B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7" y="1885379"/>
            <a:ext cx="9808448" cy="2202419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65B5A22-673F-8716-6606-1F1E58B87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732" y="3363797"/>
            <a:ext cx="7049484" cy="144800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844CAF3-E536-FEC2-AAED-A4E0E4946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024" y="4826299"/>
            <a:ext cx="9088118" cy="16290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C058F4-E1F5-30F4-58BA-6F34EA1EF276}"/>
              </a:ext>
            </a:extLst>
          </p:cNvPr>
          <p:cNvSpPr txBox="1"/>
          <p:nvPr/>
        </p:nvSpPr>
        <p:spPr>
          <a:xfrm>
            <a:off x="0" y="1541649"/>
            <a:ext cx="3505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</a:rPr>
              <a:t>АНАЛОГИЧНО: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FD5F0F-43E2-F172-3110-0AEA413A1AF7}"/>
              </a:ext>
            </a:extLst>
          </p:cNvPr>
          <p:cNvSpPr txBox="1"/>
          <p:nvPr/>
        </p:nvSpPr>
        <p:spPr>
          <a:xfrm>
            <a:off x="5192353" y="3350996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Теперь вписываем данные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CA4FDF-012B-3B55-ED2C-7D8C50F2B4B2}"/>
              </a:ext>
            </a:extLst>
          </p:cNvPr>
          <p:cNvSpPr txBox="1"/>
          <p:nvPr/>
        </p:nvSpPr>
        <p:spPr>
          <a:xfrm>
            <a:off x="1752600" y="4449717"/>
            <a:ext cx="601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И, если всё успешно, наша таблица обновится: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F6F50892-B23A-DACF-D442-A9D4749EF23D}"/>
              </a:ext>
            </a:extLst>
          </p:cNvPr>
          <p:cNvCxnSpPr/>
          <p:nvPr/>
        </p:nvCxnSpPr>
        <p:spPr>
          <a:xfrm>
            <a:off x="897466" y="5782733"/>
            <a:ext cx="1354667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9DAC9372-4878-849E-9D8D-28931E40E7A2}"/>
              </a:ext>
            </a:extLst>
          </p:cNvPr>
          <p:cNvCxnSpPr>
            <a:cxnSpLocks/>
          </p:cNvCxnSpPr>
          <p:nvPr/>
        </p:nvCxnSpPr>
        <p:spPr>
          <a:xfrm>
            <a:off x="10444808" y="3720328"/>
            <a:ext cx="0" cy="36747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D507BFCA-7B54-5FA5-16EB-F9A0E5F66689}"/>
              </a:ext>
            </a:extLst>
          </p:cNvPr>
          <p:cNvCxnSpPr/>
          <p:nvPr/>
        </p:nvCxnSpPr>
        <p:spPr>
          <a:xfrm>
            <a:off x="474133" y="2209800"/>
            <a:ext cx="9237134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3150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79</Words>
  <Application>Microsoft Office PowerPoint</Application>
  <PresentationFormat>Широкоэкранный</PresentationFormat>
  <Paragraphs>11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База Данных SQL C# | Windows Framework </vt:lpstr>
      <vt:lpstr>Презентация PowerPoint</vt:lpstr>
      <vt:lpstr>Добавление данных (Запросы)</vt:lpstr>
      <vt:lpstr>Можно посмотреть нашу табличку данных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Αρςeηiγ G3X</dc:creator>
  <cp:lastModifiedBy>Αρςeηiγ G3X</cp:lastModifiedBy>
  <cp:revision>5</cp:revision>
  <dcterms:created xsi:type="dcterms:W3CDTF">2025-09-27T16:19:11Z</dcterms:created>
  <dcterms:modified xsi:type="dcterms:W3CDTF">2025-09-27T21:25:11Z</dcterms:modified>
</cp:coreProperties>
</file>